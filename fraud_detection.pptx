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F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F4F"/>
                </a:solidFill>
                <a:latin typeface="Arial"/>
              </a:rPr>
              <a:t>F1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F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 (Easy)</c:v>
                  </c:pt>
                  <c:pt idx="1">
                    <c:v>V2 (Hardened)</c:v>
                  </c:pt>
                  <c:pt idx="2">
                    <c:v>V3 (Features)</c:v>
                  </c:pt>
                  <c:pt idx="3">
                    <c:v>V4 (Final)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</c:v>
                </c:pt>
                <c:pt idx="1">
                  <c:v>0.15</c:v>
                </c:pt>
                <c:pt idx="2">
                  <c:v>0.6</c:v>
                </c:pt>
                <c:pt idx="3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F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64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64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F4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F4F"/>
                </a:solidFill>
                <a:latin typeface="Arial"/>
              </a:rPr>
              <a:t>False Positives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Positives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F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</c:v>
                </c:pt>
                <c:pt idx="1">
                  <c:v>62489</c:v>
                </c:pt>
                <c:pt idx="2">
                  <c:v>2430</c:v>
                </c:pt>
                <c:pt idx="3">
                  <c:v>1044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F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64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64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ML Journey: Iterating Toward Better Fraud Detection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920240" cy="118872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3200400"/>
            <a:ext cx="1920240" cy="118872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1920240" cy="118872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3200400"/>
            <a:ext cx="1920240" cy="118872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Fraud Detection is Hard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mimic legitimate behavior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(~1.5% fraud)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 frustrate real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evolve constantly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fraud = real financial loss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34747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iteratively — document every step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that capture real fraud signals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positives without missing fraud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 decisions explainable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777240" cy="7772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1431036"/>
            <a:ext cx="45720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600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011680"/>
            <a:ext cx="160020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DuckDB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1051560"/>
            <a:ext cx="777240" cy="7772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051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431036"/>
            <a:ext cx="45720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2011680"/>
            <a:ext cx="1600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2011680"/>
            <a:ext cx="160020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9968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21408" y="256032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51376" y="1051560"/>
            <a:ext cx="777240" cy="7772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51376" y="1051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74336" y="1431036"/>
            <a:ext cx="45720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9896" y="2011680"/>
            <a:ext cx="1600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9896" y="2011680"/>
            <a:ext cx="160020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31336" y="256032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columns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61304" y="1051560"/>
            <a:ext cx="777240" cy="7772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1051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84264" y="1431036"/>
            <a:ext cx="45720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9824" y="2011680"/>
            <a:ext cx="1600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9824" y="2011680"/>
            <a:ext cx="160020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41264" y="256032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Oversampled train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trees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71232" y="1051560"/>
            <a:ext cx="777240" cy="7772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1051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159752" y="2011680"/>
            <a:ext cx="1600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59752" y="2011680"/>
            <a:ext cx="160020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9752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51192" y="256032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BLOCK/REVIEW/ALLOW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4-Version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9202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fraud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(midnight, new city, bursts)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0.9999 — too easy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737360" cy="457200"/>
          </a:xfrm>
          <a:prstGeom prst="rect">
            <a:avLst/>
          </a:prstGeom>
          <a:solidFill>
            <a:srgbClr val="E8EC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problem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Hardened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19202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stealth fraud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(known device, daytime)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8% — model broke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931920"/>
            <a:ext cx="17373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62K false positives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00584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Features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19202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engineered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(balance, zscore, flags)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0.60 @ threshold 0.90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931920"/>
            <a:ext cx="17373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2.4K false positives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1005840"/>
            <a:ext cx="19202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Final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19202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cols + interaction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+ 4x oversampling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0.70 @ threshold 0.92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931920"/>
            <a:ext cx="17373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Across Versions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1005840"/>
          <a:ext cx="3291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reduced false positives by 98% vs V2 — from 62,489 down to 1,044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Feature Engineering Deep Dive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Features (SQL)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31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txn_hour, txn_dow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is_night, is_weekend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amt_zscore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balance_drop_ratio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time_gap_minutes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amt_pct_of_max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51560"/>
            <a:ext cx="2606040" cy="457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51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331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zscore × device_risk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balance_drain × night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high_amt × new_city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rapid_drain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× night × balance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sus_combo (zscore + city)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06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51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600200"/>
            <a:ext cx="2331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fraud oversampling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trees, depth 10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L2 regularization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0.92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total columns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Fraud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alone isn't enough — analysts need to understand WHY a transaction is flagged.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Account 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2121408"/>
            <a:ext cx="0" cy="146304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67712"/>
            <a:ext cx="411480" cy="4114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67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txn data from DuckDB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97480"/>
            <a:ext cx="0" cy="146304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V4 XGBoost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273552"/>
            <a:ext cx="0" cy="146304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19856"/>
            <a:ext cx="411480" cy="4114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438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action (BLOCK / REVIEW / ALLOW)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3849624"/>
            <a:ext cx="0" cy="146304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95928"/>
            <a:ext cx="411480" cy="4114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0142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generates plain-English explanation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371600"/>
            <a:ext cx="4297680" cy="347472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ACC000060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Score: 0.95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BLOCK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"High-value transaction on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device at 2AM, 40%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customer's usual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spend. Recommend blocking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contacting customer."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01168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051560"/>
            <a:ext cx="109728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51560"/>
            <a:ext cx="11887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515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09728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91440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51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051560"/>
            <a:ext cx="1645920" cy="411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051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Baseline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1463040"/>
            <a:ext cx="10972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463040"/>
            <a:ext cx="11887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10972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1463040"/>
            <a:ext cx="914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1463040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1965960"/>
            <a:ext cx="20116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Hardened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1965960"/>
            <a:ext cx="10972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0" y="1965960"/>
            <a:ext cx="11887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1965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1965960"/>
            <a:ext cx="10972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60720" y="1965960"/>
            <a:ext cx="9144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1965960"/>
            <a:ext cx="16459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62,489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2468880"/>
            <a:ext cx="201168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Features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77440" y="2468880"/>
            <a:ext cx="109728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474720" y="2468880"/>
            <a:ext cx="11887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2468880"/>
            <a:ext cx="109728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760720" y="2468880"/>
            <a:ext cx="91440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0" y="2468880"/>
            <a:ext cx="16459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2971800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Final 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377440" y="2971800"/>
            <a:ext cx="10972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0.9876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474720" y="2971800"/>
            <a:ext cx="118872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663440" y="2971800"/>
            <a:ext cx="10972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760720" y="2971800"/>
            <a:ext cx="9144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2971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75120" y="2971800"/>
            <a:ext cx="164592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3703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iterating from obvious to realistic fraud patterns and engineering domain-aware features, false positives dropped 98% while maintaining strong recall.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2286000" cy="173736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aathisankar7/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fraud-detection-versioned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926080"/>
            <a:ext cx="2286000" cy="173736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429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· 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 3.1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286000" cy="1737360"/>
          </a:xfrm>
          <a:prstGeom prst="rect">
            <a:avLst/>
          </a:prstGeom>
          <a:solidFill>
            <a:srgbClr val="1A2F4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3429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0.70 · AUC 0.9876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false positive reduction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Pipeline</dc:title>
  <dc:subject>PptxGenJS Presentation</dc:subject>
  <dc:creator>PptxGenJS</dc:creator>
  <cp:lastModifiedBy>PptxGenJS</cp:lastModifiedBy>
  <cp:revision>1</cp:revision>
  <dcterms:created xsi:type="dcterms:W3CDTF">2026-04-27T09:10:39Z</dcterms:created>
  <dcterms:modified xsi:type="dcterms:W3CDTF">2026-04-27T09:10:39Z</dcterms:modified>
</cp:coreProperties>
</file>